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esh Nandan" userId="91495f6f3070e420" providerId="LiveId" clId="{04E08FF7-5CA1-47FD-9FE8-F542563577FC}"/>
    <pc:docChg chg="modSld">
      <pc:chgData name="Ganesh Nandan" userId="91495f6f3070e420" providerId="LiveId" clId="{04E08FF7-5CA1-47FD-9FE8-F542563577FC}" dt="2026-09-02T05:37:46.734" v="1"/>
      <pc:docMkLst>
        <pc:docMk/>
      </pc:docMkLst>
      <pc:sldChg chg="addSp">
        <pc:chgData name="Ganesh Nandan" userId="91495f6f3070e420" providerId="LiveId" clId="{04E08FF7-5CA1-47FD-9FE8-F542563577FC}" dt="2026-09-02T05:37:46.734" v="1"/>
        <pc:sldMkLst>
          <pc:docMk/>
          <pc:sldMk cId="3305357632" sldId="258"/>
        </pc:sldMkLst>
        <pc:picChg chg="add">
          <ac:chgData name="Ganesh Nandan" userId="91495f6f3070e420" providerId="LiveId" clId="{04E08FF7-5CA1-47FD-9FE8-F542563577FC}" dt="2026-09-02T05:36:45.880" v="0"/>
          <ac:picMkLst>
            <pc:docMk/>
            <pc:sldMk cId="3305357632" sldId="258"/>
            <ac:picMk id="7" creationId="{609FECC8-9680-F4CD-DF8B-40A0A1A6CB94}"/>
          </ac:picMkLst>
        </pc:picChg>
        <pc:picChg chg="add">
          <ac:chgData name="Ganesh Nandan" userId="91495f6f3070e420" providerId="LiveId" clId="{04E08FF7-5CA1-47FD-9FE8-F542563577FC}" dt="2026-09-02T05:37:46.734" v="1"/>
          <ac:picMkLst>
            <pc:docMk/>
            <pc:sldMk cId="3305357632" sldId="258"/>
            <ac:picMk id="9" creationId="{94745DCD-3554-026C-197B-508020A409F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F39A1-0D7F-8172-1DAC-FC03CD482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F4EF4-25A4-02BB-43C9-AD408194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745CD-3684-2AF4-3593-64024920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3B3B2-DEF3-4D3E-8EB0-50F47968322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3D1E3-6E3B-28B5-7A97-5346D6AEF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6A233-9FD8-4858-0BFA-DB900FB0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FAA7F-6FCB-4222-9E30-E89F5976F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082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5474-A767-6726-5B28-A9E0DDA21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FBF6-CDF3-9228-CFAF-A899E389F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103B4-63BD-ECAA-B48A-D108535A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3B3B2-DEF3-4D3E-8EB0-50F47968322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5106F-4256-FED2-5867-A42DAC224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4810E-B57D-DA4C-9C29-10CDF746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FAA7F-6FCB-4222-9E30-E89F5976F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93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4BDEC-E696-53B4-6098-D1450A32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B150B-E78B-3139-99EE-1620E9C3E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1BF40-CB81-7D9C-5DC8-12D094AB4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3B3B2-DEF3-4D3E-8EB0-50F47968322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A2B4A-475D-9803-A031-CBD75FCF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12A34-424A-7FB8-41EE-EAFCC8255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FAA7F-6FCB-4222-9E30-E89F5976F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41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0732D-C224-9692-B308-ED4F45F80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BB8EA-18FD-FDF5-7FBB-9803D1BC0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309FD-A9E0-B552-81FF-F98F09DA6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CA0BA-AA3D-2CDA-4376-E3C3C11F6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3B3B2-DEF3-4D3E-8EB0-50F47968322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2D583-1BE9-D1EB-D79B-BDB171A42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B8A79-CAFC-B677-3DB0-C306AE49C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FAA7F-6FCB-4222-9E30-E89F5976F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95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A2D85-CE34-6760-43A9-367DF2F84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39F42-D291-0DD9-B0D8-ABC12B27E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080CC-9C56-34C7-F049-92A71B0E2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9A3B82-5530-194A-134F-7B3DB3D17A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47BCF4-1B1A-520E-7019-82A935D1D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A03AA0-52B2-CB35-B18C-8A1C2161C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3B3B2-DEF3-4D3E-8EB0-50F47968322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542012-098E-A60A-E604-B4D4D24D2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566C95-6D7F-65DE-029B-FF733FF8D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FAA7F-6FCB-4222-9E30-E89F5976F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230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5B1B8-18C6-0124-428C-54A0B572E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022BA-1B76-41B2-B2A6-729A0DACF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3B3B2-DEF3-4D3E-8EB0-50F47968322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4641F5-0EAC-58D6-6708-D2ED8F895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3A6FC-9A9B-5073-FC1D-521D9A26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FAA7F-6FCB-4222-9E30-E89F5976F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52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7F61B8-1DB8-C725-BD3E-80EA9406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3B3B2-DEF3-4D3E-8EB0-50F47968322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8BCF8C-8898-9A9D-FCDA-2C2A0F1F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4B5FF-5252-3409-E7C9-1ECE8DDB2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FAA7F-6FCB-4222-9E30-E89F5976F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511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23F49-0793-E490-F11F-27C5C61E6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4A390-CE2D-9ACA-F128-C39691CAD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49ED4-33FB-17CE-D1A1-C06887B1A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0EAF5-36E9-AD53-36E8-5C790D96F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3B3B2-DEF3-4D3E-8EB0-50F47968322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1F247-00E1-D954-6619-550F8858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9204E-B3EC-29FE-3B29-325EA85E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FAA7F-6FCB-4222-9E30-E89F5976F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30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C95D-7AA2-A617-C255-2ECBF804F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B33859-4CAB-B22C-2E0B-9261C98045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736AE-384E-DFBC-4799-3EB7229BF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1A70C-7998-F27F-593F-D63DFFA9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3B3B2-DEF3-4D3E-8EB0-50F47968322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0CC1D-19F0-0AE9-B451-D8299CFC9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34C41-D5FE-21DB-EB1A-7B860AFD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FAA7F-6FCB-4222-9E30-E89F5976F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459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BC7A-8003-4DC6-0D50-3EDDDC9ED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7C1C9-6F84-8039-DD74-DB513E9C0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1AD2D-4866-CA3B-33F2-27F17ED77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3B3B2-DEF3-4D3E-8EB0-50F47968322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85964-5286-5B37-B497-6FF1F5E02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A0F8C-CCE3-00B2-19B1-F07BAE48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FAA7F-6FCB-4222-9E30-E89F5976F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93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B18D48-705D-C893-9835-AD6947C4EC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D31ECE-1C52-299B-1DAB-0B324C47A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F6636-E502-A2E4-0435-AD9B5B16F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3B3B2-DEF3-4D3E-8EB0-50F47968322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9F1BE-767B-47C1-E781-4C29E3C99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16562-DF7E-349B-4866-4FE738305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FAA7F-6FCB-4222-9E30-E89F5976F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019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6634B6-1F9F-15CE-276A-DECFE2F2D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E4333-EC43-AF23-ADCC-24572C12D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B79B0-8A77-14C7-B832-740D16AD0C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3B3B2-DEF3-4D3E-8EB0-50F47968322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381ED-8197-F0B6-E2DE-B1CFDE66F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8967B-6277-C634-DB05-21E6FECC2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FFAA7F-6FCB-4222-9E30-E89F5976F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90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depicts a diagram illustrating the design and simulation of an energy-efficient street light control system, which utilizes combinational logic to operate a 12V LED lamp without the need for a microcontroller, clock, or memory.&#10;&#10;AI-generated content may be incorrect.">
            <a:extLst>
              <a:ext uri="{FF2B5EF4-FFF2-40B4-BE49-F238E27FC236}">
                <a16:creationId xmlns:a16="http://schemas.microsoft.com/office/drawing/2014/main" id="{0F335481-5911-766A-6C17-2EAF6EBEC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93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list of components and tools for a hardware and software project, including sensors, logic ICs, power supplies, and simulation software.&#10;&#10;AI-generated content may be incorrect.">
            <a:extLst>
              <a:ext uri="{FF2B5EF4-FFF2-40B4-BE49-F238E27FC236}">
                <a16:creationId xmlns:a16="http://schemas.microsoft.com/office/drawing/2014/main" id="{5DCB7548-4412-9793-2FCF-82BEA3851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20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diagram illustrates a logic circuit design using a truth table, Karnaugh map, and logic gates to determine the state of a light based on sensor inputs.&#10;&#10;AI-generated content may be incorrect.">
            <a:extLst>
              <a:ext uri="{FF2B5EF4-FFF2-40B4-BE49-F238E27FC236}">
                <a16:creationId xmlns:a16="http://schemas.microsoft.com/office/drawing/2014/main" id="{5BCE6E30-E256-9F55-EACF-3EC844C93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CB41E2-E75C-339C-14A8-86870C4E6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68174"/>
              </p:ext>
            </p:extLst>
          </p:nvPr>
        </p:nvGraphicFramePr>
        <p:xfrm>
          <a:off x="668865" y="1938868"/>
          <a:ext cx="5283203" cy="2038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3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5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O</a:t>
                      </a:r>
                    </a:p>
                  </a:txBody>
                  <a:tcPr marL="36000" marR="36000" marT="18000" marB="18000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</a:t>
                      </a:r>
                    </a:p>
                  </a:txBody>
                  <a:tcPr marL="36000" marR="36000" marT="18000" marB="18000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M</a:t>
                      </a:r>
                    </a:p>
                  </a:txBody>
                  <a:tcPr marL="36000" marR="36000" marT="18000" marB="18000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Y</a:t>
                      </a:r>
                    </a:p>
                  </a:txBody>
                  <a:tcPr marL="36000" marR="36000" marT="18000" marB="18000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36000" marR="36000" marT="18000" marB="18000"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53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Day, no motion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53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Day, motion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53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Night, no motion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53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C2626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Night + motion  ← lamp ON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53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Override (day)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53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Override (day)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53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Override (night)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53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Override (night)</a:t>
                      </a:r>
                    </a:p>
                  </a:txBody>
                  <a:tcPr marL="36000" marR="36000" marT="18000" marB="180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7" name="Picture 6" descr="The diagram illustrates a control system for a street light, featuring sensors for darkness, motion, and manual override, which, through a series of logic gates and transistors, determines whether to turn on a lamp.&#10;&#10;AI-generated content may be incorrect.">
            <a:extLst>
              <a:ext uri="{FF2B5EF4-FFF2-40B4-BE49-F238E27FC236}">
                <a16:creationId xmlns:a16="http://schemas.microsoft.com/office/drawing/2014/main" id="{609FECC8-9680-F4CD-DF8B-40A0A1A6C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133" y="1447800"/>
            <a:ext cx="5582999" cy="3420534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8CC0B4-7305-5078-1E84-E5D870663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416367"/>
              </p:ext>
            </p:extLst>
          </p:nvPr>
        </p:nvGraphicFramePr>
        <p:xfrm>
          <a:off x="668864" y="4709160"/>
          <a:ext cx="5283204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000" marR="36000" marT="18000" marB="18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7C3AED"/>
                          </a:solidFill>
                          <a:latin typeface="Calibri"/>
                        </a:rPr>
                        <a:t>DM=00</a:t>
                      </a:r>
                    </a:p>
                  </a:txBody>
                  <a:tcPr marL="36000" marR="36000" marT="18000" marB="18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7C3AED"/>
                          </a:solidFill>
                          <a:latin typeface="Calibri"/>
                        </a:rPr>
                        <a:t>DM=01</a:t>
                      </a:r>
                    </a:p>
                  </a:txBody>
                  <a:tcPr marL="36000" marR="36000" marT="18000" marB="18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7C3AED"/>
                          </a:solidFill>
                          <a:latin typeface="Calibri"/>
                        </a:rPr>
                        <a:t>DM=11</a:t>
                      </a:r>
                    </a:p>
                  </a:txBody>
                  <a:tcPr marL="36000" marR="36000" marT="18000" marB="18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dirty="0">
                          <a:solidFill>
                            <a:srgbClr val="7C3AED"/>
                          </a:solidFill>
                          <a:latin typeface="Calibri"/>
                        </a:rPr>
                        <a:t>DM=10</a:t>
                      </a:r>
                    </a:p>
                  </a:txBody>
                  <a:tcPr marL="36000" marR="36000" marT="18000" marB="18000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7C3AED"/>
                          </a:solidFill>
                          <a:latin typeface="Calibri"/>
                        </a:rPr>
                        <a:t>O = 0</a:t>
                      </a:r>
                    </a:p>
                  </a:txBody>
                  <a:tcPr marL="36000" marR="36000" marT="18000" marB="18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4755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4755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DC2626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4755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7C3AED"/>
                          </a:solidFill>
                          <a:latin typeface="Calibri"/>
                        </a:rPr>
                        <a:t>O = 1</a:t>
                      </a:r>
                    </a:p>
                  </a:txBody>
                  <a:tcPr marL="36000" marR="36000" marT="18000" marB="18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C2626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C2626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C2626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DC2626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5357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a circuit diagram with three NAND gates forming a gate-level circuit, illustrating the Boolean logic function Y = (0' + D.M) and a truth table verification.&#10;&#10;AI-generated content may be incorrect.">
            <a:extLst>
              <a:ext uri="{FF2B5EF4-FFF2-40B4-BE49-F238E27FC236}">
                <a16:creationId xmlns:a16="http://schemas.microsoft.com/office/drawing/2014/main" id="{49B90D37-5D1B-1C63-9A9C-AD7924AD9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The diagram illustrates a logic gate configuration where the output Y is determined by the negation of input A, the override O, and the combined effect of input D and motion M, resulting in Y = O + (DￂﾷM).&#10;&#10;AI-generated content may be incorrect.">
            <a:extLst>
              <a:ext uri="{FF2B5EF4-FFF2-40B4-BE49-F238E27FC236}">
                <a16:creationId xmlns:a16="http://schemas.microsoft.com/office/drawing/2014/main" id="{B935247A-17BC-44BB-3883-944526D41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447800"/>
            <a:ext cx="11413067" cy="42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476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a Logisim simulation timing diagram verifying a combinational controller's logic, showing the Y output rising only when night and motion are detected, or when O is on, with various technical details and conclusions listed.&#10;&#10;AI-generated content may be incorrect.">
            <a:extLst>
              <a:ext uri="{FF2B5EF4-FFF2-40B4-BE49-F238E27FC236}">
                <a16:creationId xmlns:a16="http://schemas.microsoft.com/office/drawing/2014/main" id="{4BFDE4B7-BBDD-752F-A3B5-57C0A9627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52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96</Words>
  <Application>Microsoft Office PowerPoint</Application>
  <PresentationFormat>Widescreen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Ganesh Nandan</dc:creator>
  <cp:lastModifiedBy>Ganesh Nandan</cp:lastModifiedBy>
  <cp:revision>1</cp:revision>
  <dcterms:created xsi:type="dcterms:W3CDTF">2026-09-02T05:34:30Z</dcterms:created>
  <dcterms:modified xsi:type="dcterms:W3CDTF">2026-09-02T05:54:30Z</dcterms:modified>
</cp:coreProperties>
</file>